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0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137160"/>
            <a:ext cx="6583680" cy="6583680"/>
          </a:xfrm>
          <a:prstGeom prst="ellipse">
            <a:avLst/>
          </a:prstGeom>
          <a:ln w="12700">
            <a:solidFill>
              <a:srgbClr val="4FD1C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868680"/>
            <a:ext cx="5120640" cy="5120640"/>
          </a:xfrm>
          <a:prstGeom prst="ellipse">
            <a:avLst/>
          </a:prstGeom>
          <a:ln w="12700">
            <a:solidFill>
              <a:srgbClr val="6B84A3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600200"/>
            <a:ext cx="3657600" cy="3657600"/>
          </a:xfrm>
          <a:prstGeom prst="ellipse">
            <a:avLst/>
          </a:prstGeom>
          <a:ln w="12700">
            <a:solidFill>
              <a:srgbClr val="4FD1C5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2331720"/>
            <a:ext cx="2194560" cy="2194560"/>
          </a:xfrm>
          <a:prstGeom prst="ellipse">
            <a:avLst/>
          </a:prstGeom>
          <a:ln w="12700">
            <a:solidFill>
              <a:srgbClr val="6B84A3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CREDITICIO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arquitectónico: Onion vs Hexagonal vs Clean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 ·  Spring Boot  ·  H2/JPA ↔ MongoDB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partimos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6479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Crediticio implementado en Onion y en Hexagonal, este último con adaptadores de persistencia intercambiables H2/JPA y MongoDB, seleccionados vía spring.profiles.active.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278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esta actividad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Proponer una reestructuración del mismo motor bajo Clean Architecture, sin modificar la lógica de negocio ni las reglas de scoring.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69087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0292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partió del árbol de módulos real de Onion y Hexagonal, y se derivó un esquema Clean con puertos de entrada/salida explícitos.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3794760" cy="4251960"/>
          </a:xfrm>
          <a:prstGeom prst="roundRect">
            <a:avLst>
              <a:gd name="adj" fmla="val 2410"/>
            </a:avLst>
          </a:prstGeom>
          <a:solidFill>
            <a:srgbClr val="1C3A63"/>
          </a:solidFill>
          <a:ln w="12700">
            <a:solidFill>
              <a:srgbClr val="4FD1C5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REFERENCIA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244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989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092440" y="3063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35204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3520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PREAPROBADA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4114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evaluados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9244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scoring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9244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5303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5532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MongoDB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capas de Clean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4297680" cy="4297680"/>
          </a:xfrm>
          <a:prstGeom prst="ellipse">
            <a:avLst/>
          </a:prstGeom>
          <a:solidFill>
            <a:srgbClr val="132A4C"/>
          </a:solidFill>
          <a:ln w="25400">
            <a:solidFill>
              <a:srgbClr val="0A19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377440"/>
            <a:ext cx="3200400" cy="3200400"/>
          </a:xfrm>
          <a:prstGeom prst="ellipse">
            <a:avLst/>
          </a:prstGeom>
          <a:solidFill>
            <a:srgbClr val="1C3A63"/>
          </a:solidFill>
          <a:ln w="25400">
            <a:solidFill>
              <a:srgbClr val="0A19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2971800"/>
            <a:ext cx="2011680" cy="2011680"/>
          </a:xfrm>
          <a:prstGeom prst="ellipse">
            <a:avLst/>
          </a:prstGeom>
          <a:solidFill>
            <a:srgbClr val="2A4D7A"/>
          </a:solidFill>
          <a:ln w="25400">
            <a:solidFill>
              <a:srgbClr val="0A19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3474720"/>
            <a:ext cx="1005840" cy="1005840"/>
          </a:xfrm>
          <a:prstGeom prst="ellipse">
            <a:avLst/>
          </a:prstGeom>
          <a:solidFill>
            <a:srgbClr val="4FD1C5"/>
          </a:solidFill>
          <a:ln w="25400">
            <a:solidFill>
              <a:srgbClr val="0A19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3840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32120" y="2029968"/>
            <a:ext cx="91440" cy="91440"/>
          </a:xfrm>
          <a:prstGeom prst="ellipse">
            <a:avLst/>
          </a:prstGeom>
          <a:solidFill>
            <a:srgbClr val="9FB3C8"/>
          </a:solidFill>
          <a:ln/>
        </p:spPr>
      </p:sp>
      <p:sp>
        <p:nvSpPr>
          <p:cNvPr id="10" name="Text 8"/>
          <p:cNvSpPr/>
          <p:nvPr/>
        </p:nvSpPr>
        <p:spPr>
          <a:xfrm>
            <a:off x="5742432" y="18928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&amp; Drivers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42432" y="21854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motor-scoring-frameworks — Spring, JPA, MongoDB driver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32120" y="289864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742432" y="27614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Adapters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42432" y="30540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adapter-in-rest, adapter-out-jpa, adapter-out-mongodb — 3 módulos independientes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32120" y="376732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742432" y="36301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42432" y="39227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port/in, port/out, UseCases, Services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32120" y="4636008"/>
            <a:ext cx="91440" cy="9144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9" name="Text 17"/>
          <p:cNvSpPr/>
          <p:nvPr/>
        </p:nvSpPr>
        <p:spPr>
          <a:xfrm>
            <a:off x="5742432" y="44988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42432" y="479145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Entities, Value Objects, Domain Services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18120" y="1600200"/>
            <a:ext cx="3794760" cy="4251960"/>
          </a:xfrm>
          <a:prstGeom prst="roundRect">
            <a:avLst>
              <a:gd name="adj" fmla="val 2410"/>
            </a:avLst>
          </a:prstGeom>
          <a:solidFill>
            <a:srgbClr val="132A4C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DEPENDENCIA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dependencias del código fuente solo pueden apuntar hacia adentro. Nada en una capa interna conoce nada de una capa externa.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92440" y="3300984"/>
            <a:ext cx="73152" cy="7315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no importa Spring ni JPA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92440" y="3922776"/>
            <a:ext cx="73152" cy="7315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depende solo de Domain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4544568"/>
            <a:ext cx="73152" cy="7315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4416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Adapters implementa los puertos de Application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92440" y="5166360"/>
            <a:ext cx="73152" cy="7315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5038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&amp; Drivers configura todo desde afuera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Módulos: Onion real vs Hexagonal real vs Clean propuesta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43484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2651760"/>
                <a:gridCol w="3291840"/>
              </a:tblGrid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Onion 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9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propuesta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Núcleo de negocio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motor-scoring-domain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 de uso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application/usecase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application/usecase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application/port/in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Contratos de repositorio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domain/repository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domain/repository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application/port/out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motor-scoring-presentation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motor-scoring-presentation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motor-scoring-adapter-in-rest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Persistencia JPA/H2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motor-scoring-infrastructure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motor-scoring-adapter-out-jpa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Persistencia 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motor-scoring-adapter-out-mongodb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Config. técnica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+ bootstrap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 + adapter-out-mongodb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motor-scoring-frameworks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Arranque Spring Boot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motor-scoring-bootstrap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motor-scoring-bootstrap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motor-scoring-bootstrap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módulos (Onion/Hexagonal)  →  7 módulos (Clean): REST, JPA y MongoDB se separan en módulos Maven independientes.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 de entrada y salida (port/in, port/out)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4FD1C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/ 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 casos de uso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Onion y Hexagonal viven en application/usecase/. En Clean se tratan explícitamente como puertos de entrada, simétricos a los de salida.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6118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C3A63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667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CrearSolicitudCreditoUseCase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application/port/in/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4233672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C3A6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885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EjecutarEvaluacionScoringUseCase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44988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application/port/in/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45352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2A4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65392" y="187452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1874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/ OUT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65392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persistencia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 de domain/repository/ (Onion y Hexagonal) a application/port/out/, porque son dependencias que necesitan los casos de uso, no el dominio.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65392" y="3611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SolicitudCreditoRepository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65392" y="3941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SolicitanteRepository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65392" y="42702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ProductoCrediticioRepository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65392" y="4599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ModeloScoringRepository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65392" y="4928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EvaluacionCrediticiaRepository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65392" y="5303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application/port/out/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separar adapters en módulos distintos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4FD1C5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adapter-in-rest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conocer Spring Web y application.port.in.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debe tener MongoTemplate ni JpaRepository.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8B7FD6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adapter-out-jpa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286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conocer Spring Data JPA, H2, application.port.out y domain.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611880" cy="502920"/>
          </a:xfrm>
          <a:prstGeom prst="roundRect">
            <a:avLst>
              <a:gd name="adj" fmla="val 14545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adapter-out-mongodb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28600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conocer Spring Data MongoDB, application.port.out y domain.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3A1A22"/>
          </a:solidFill>
          <a:ln w="12700">
            <a:solidFill>
              <a:srgbClr val="C0435A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todo estuviera en un solo módulo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controller podría importar accidentalmente MongoTemplate o JpaRepository, y el compilador lo permitiría. El error solo se detecta leyendo código o con ArchUnit.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5352" y="37947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53328"/>
          </a:solidFill>
          <a:ln w="12700">
            <a:solidFill>
              <a:srgbClr val="4FD1C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módulos separados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9672" y="4434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módulo REST no declara dependencias de JPA ni de Mongo en su pom.xml. Ese error de diseño ni siquiera compila: la arquitectura queda protegida en tiempo de build.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adapter-in-rest, adapter-out-jpa y adapter-out-mongodb → 3 módulos Maven, cada uno con su propio pom.xml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ADAPTERS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módulos Maven independientes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4FD1C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adapter-in-rest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motor-scoring-adapter-in-rest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adapter/in/rest/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SolicitudCreditoController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3192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GlobalExceptionHandler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8221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(request / response)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516636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1C3A6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66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pom.xml propio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A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178308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8B7FD6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7830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adapter-out-jpa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22402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motor-scoring-adapter-out-jpa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adapter/out/jpa/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816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SolicitudCreditoJpaRepositoryAdapter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33192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(entity / mapper / repository)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516636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1C3A6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5166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pom.xml propio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55448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32A4C"/>
          </a:solidFill>
          <a:ln/>
        </p:spPr>
      </p:sp>
      <p:sp>
        <p:nvSpPr>
          <p:cNvPr id="24" name="Shape 22"/>
          <p:cNvSpPr/>
          <p:nvPr/>
        </p:nvSpPr>
        <p:spPr>
          <a:xfrm>
            <a:off x="8366760" y="178308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178308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adapter-out-mongodb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66760" y="22402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motor-scoring-adapter-out-mongodb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66760" y="24505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adapter/out/mongodb/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2816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SolicitudCreditoMongoRepositoryAdapter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66760" y="33192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sequence/MongoSequenceService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66760" y="38221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initializer/MongoReferenceDataInitializer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66760" y="516636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1C3A63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5166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pom.xml propio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módulo declara solo sus dependencias: REST no tiene Spring Data JPA ni MongoDB en su classpath.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&amp; DRIVERS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técnica y wrappers transaccionales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4FD1C5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framework/config/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1C3A6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163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ApplicationBeanConfiguration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307238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renombrada desde OnionBeanConfiguration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347472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1C3A6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5478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JpaPersistenceConfiguration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380390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H2/JPA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4206240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1C3A6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793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MongoPersistenceConfiguration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45354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 MongoDB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45352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2A4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65392" y="18745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F2C94C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1874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EN CLEAN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65392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Wrappers transaccionales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65392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Aíslan @Transactional del núcleo de aplicación: la anotación de framework queda en Frameworks &amp; Drivers, no en application/service/.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65392" y="361188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C3A63"/>
          </a:solidFill>
          <a:ln/>
        </p:spPr>
      </p:sp>
      <p:sp>
        <p:nvSpPr>
          <p:cNvPr id="23" name="Text 21"/>
          <p:cNvSpPr/>
          <p:nvPr/>
        </p:nvSpPr>
        <p:spPr>
          <a:xfrm>
            <a:off x="6748272" y="36667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TransactionalCrearSolicitudCreditoUseCase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48272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framework/transaction/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65392" y="4233672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1C3A63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428853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TransactionalEjecutarEvaluacionScoringUseCase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48272" y="44988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4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framework/transaction/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que cambian de ubicación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89204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2286000"/>
                <a:gridCol w="3474720"/>
              </a:tblGrid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Onion real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FD1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real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19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propuesta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D1C5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CrearSolicitudCreditoUseCase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application/usecase/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application/usecase/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application/port/in/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SolicitudCreditoRepository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domain/repository/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domain/repository/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application/port/out/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SolicitudCreditoController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motor-scoring-presentation/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motor-scoring-presentation/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adapter-in-rest/.../controller/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SolicitudCreditoJpaRepositoryAdapter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infrastructure/persistence/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infrastructure/persistence/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adapter-out-jpa/.../adapter/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SolicitudCreditoMongoRepositoryAdapter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adapter-out-mongodb/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adapter-out-mongodb/.../adapter/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MongoReferenceDataInitializer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adapter-out-mongodb/.../initializer/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TransactionalCrearSolicitudCreditoUseCase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84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frameworks/framework/transaction/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FB3C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ApplicationBeanConfiguration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bootstrap/ (OnionBeanConfiguration)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FB3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bootstrap/ (OnionBeanConfiguration)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frameworks/framework/config/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19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6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módulos Clean propuesta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800600"/>
          </a:xfrm>
          <a:prstGeom prst="roundRect">
            <a:avLst>
              <a:gd name="adj" fmla="val 1905"/>
            </a:avLst>
          </a:prstGeom>
          <a:solidFill>
            <a:srgbClr val="081426"/>
          </a:solidFill>
          <a:ln w="12700">
            <a:solidFill>
              <a:srgbClr val="1C3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motor-scoring-domain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entity/ · valueobject/ · service/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2768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motor-scoring-application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596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port/in/ · port/out/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service/ · command/ · dto/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motor-scoring-adapter-in-rest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447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adapter/in/rest/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7124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motor-scoring-adapter-out-jpa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0325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adapter/out/jpa/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motor-scoring-adapter-out-mongodb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adapter/out/mongodb/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8828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motor-scoring-frameworks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202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framework/config/ · framework/transaction/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5468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motor-scoring-bootstrap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788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pom.xml · MotorScoringApplication.java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85432" y="1463040"/>
            <a:ext cx="4754880" cy="4800600"/>
          </a:xfrm>
          <a:prstGeom prst="roundRect">
            <a:avLst>
              <a:gd name="adj" fmla="val 1923"/>
            </a:avLst>
          </a:prstGeom>
          <a:solidFill>
            <a:srgbClr val="132A4C"/>
          </a:solidFill>
          <a:ln/>
        </p:spPr>
      </p:sp>
      <p:sp>
        <p:nvSpPr>
          <p:cNvPr id="21" name="Text 19"/>
          <p:cNvSpPr/>
          <p:nvPr/>
        </p:nvSpPr>
        <p:spPr>
          <a:xfrm>
            <a:off x="7159752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CAMBIA REALMENTE?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9752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módulos Maven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59752" y="23957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lugar de 4 (Onion/Hexagonal): domain, application, 3 adapters, frameworks y bootstrap.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59752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 simétricos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59752" y="34930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port/in y port/out conviven en application/, haciendo visibles ambos límites del núcleo.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59752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aislados por pom.xml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59752" y="45902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REST, JPA/H2 y MongoDB quedan en módulos separados; cada uno declara solo sus dependencias reales.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59752" y="5394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sin cambios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59752" y="56875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Entidades, value objects, servicios de dominio y reglas de scoring permanecen idénticos.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arquitecturas, un mismo núcleo de negocio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6B84A3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por capas (domain, application, presentation, infrastructure) dentro de módulos Maven independientes.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32A4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8745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4FD1C5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 puertos y adaptadores; incorpora MongoDB como adaptador de salida real, sin tocar el dominio.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132A4C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18745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2C94C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4231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REST, JPA y MongoDB en 3 módulos independientes con pom.xml propio, hace explícitos los puertos in/out y aísla frameworks y transacciones.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0F2A4A"/>
          </a:solidFill>
          <a:ln w="12700">
            <a:solidFill>
              <a:srgbClr val="4FD1C5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00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de scoring no cambia de comportamiento en ninguna de las tres.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1937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cambia es dónde vive cada dependencia y qué tan explícitos son los límites entre el negocio y el framework — 989 puntos, PREAPROBADA, 9 factores, modelo v1.1.0, en cualquiera de las tres.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0"/>
          </a:solidFill>
          <a:ln/>
        </p:spPr>
      </p:sp>
      <p:sp>
        <p:nvSpPr>
          <p:cNvPr id="3" name="Shape 1"/>
          <p:cNvSpPr/>
          <p:nvPr/>
        </p:nvSpPr>
        <p:spPr>
          <a:xfrm>
            <a:off x="3899916" y="914400"/>
            <a:ext cx="4389120" cy="4389120"/>
          </a:xfrm>
          <a:prstGeom prst="ellipse">
            <a:avLst/>
          </a:prstGeom>
          <a:ln w="12700">
            <a:solidFill>
              <a:srgbClr val="4FD1C5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39996" y="1554480"/>
            <a:ext cx="3108960" cy="3108960"/>
          </a:xfrm>
          <a:prstGeom prst="ellipse">
            <a:avLst/>
          </a:prstGeom>
          <a:ln w="12700">
            <a:solidFill>
              <a:srgbClr val="4FD1C5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80076" y="2194560"/>
            <a:ext cx="1828800" cy="1828800"/>
          </a:xfrm>
          <a:prstGeom prst="ellipse">
            <a:avLst/>
          </a:prstGeom>
          <a:ln w="12700">
            <a:solidFill>
              <a:srgbClr val="4FD1C5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1148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Scoring Crediticio · Onion / Hexagonal / Clean Architecture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2026-08-13T02:49:22Z</dcterms:created>
  <dcterms:modified xsi:type="dcterms:W3CDTF">2026-08-13T02:49:22Z</dcterms:modified>
</cp:coreProperties>
</file>